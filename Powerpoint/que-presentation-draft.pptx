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E8EAED"/>
                </a:solidFill>
                <a:latin typeface="Apple SD Gothic Neo"/>
              </a:rPr>
              <a:t>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0A6"/>
                </a:solidFill>
                <a:latin typeface="Apple SD Gothic Neo"/>
              </a:rPr>
              <a:t>사내 별칭 GRIFF-SYSTEM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86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7488EA"/>
                </a:solidFill>
                <a:latin typeface="Apple SD Gothic Neo"/>
              </a:rPr>
              <a:t>감시하지 않고, 병목을 드러낸다</a:t>
            </a:r>
          </a:p>
          <a:p>
            <a:pPr algn="l">
              <a:lnSpc>
                <a:spcPct val="115000"/>
              </a:lnSpc>
            </a:pPr>
            <a:r>
              <a:rPr sz="2800" b="1">
                <a:solidFill>
                  <a:srgbClr val="7488EA"/>
                </a:solidFill>
                <a:latin typeface="Apple SD Gothic Neo"/>
              </a:rPr>
              <a:t>— 8인 팀의 Company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Apple SD Gothic Neo"/>
              </a:rPr>
              <a:t>que.griff.co.kr  ·  2026.07 베타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메뉴 — 무엇이 있는가 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2871216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721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4D399"/>
                </a:solidFill>
                <a:latin typeface="Apple SD Gothic Neo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6537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6537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개인 대시보드 · AI 브리핑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494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데일리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49424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매일 10시 스탠드업 체크인 + 분기 OKR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334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33472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AI 채팅 — 조회는 실데이터, 등록은 확인 후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작업 목록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내 작업 · 자연어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015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프로젝트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40156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칸반 · 목록 · 캘린더 · 간트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85615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일정 /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85615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주·월 캘린더 / 팀 운영표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53128"/>
            <a:ext cx="10698480" cy="1719072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99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C54B"/>
                </a:solidFill>
                <a:latin typeface="Apple SD Gothic Neo"/>
              </a:rPr>
              <a:t>운영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926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팀 현황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92624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운영 보드 · 스탠드업 · 관리자 리포트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3766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회의록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376672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업로드 · Action 추출 · 확인필요 추적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7607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반복·마일스톤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76072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정기 업무 템플릿 · 기한 약속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메뉴 — 무엇이 있는가 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1335024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721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A78BFA"/>
                </a:solidFill>
                <a:latin typeface="Apple SD Gothic Neo"/>
              </a:rPr>
              <a:t>분석 ·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6537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6537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KPI · 히트맵 · KR 달성률 (개인 평가 아님)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494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멤버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49424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팀원 카드 · 부서 (조회 전용)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16936"/>
            <a:ext cx="10698480" cy="1719072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7488EA"/>
                </a:solidFill>
                <a:latin typeface="Apple SD Gothic Neo"/>
              </a:rPr>
              <a:t>바로가기 — 전용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5643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456432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gant.griff.co.kr — 회의실용 전 프로젝트 통합 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404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4048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view.griff.co.kr — 공개 현황판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245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투두 · 컬러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2452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todo / color.griff.co.kr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0698480" cy="1719072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383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9AA0A6"/>
                </a:solidFill>
                <a:latin typeface="Apple SD Gothic Neo"/>
              </a:rPr>
              <a:t>기타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43153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클라이언트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43153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거래처·프로젝트 관리 (관리자 전용)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815583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결제요청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815583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결제 요청·입금 상태 (금액 마스킹)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6199631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AED"/>
                </a:solidFill>
                <a:latin typeface="Apple SD Gothic Neo"/>
              </a:rPr>
              <a:t>MCP·CLI / 도움말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199631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터미널·AI 연결 온보딩 / 사용 설명서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메뉴 위치 — 어디서 여는가</a:t>
            </a:r>
          </a:p>
        </p:txBody>
      </p:sp>
      <p:pic>
        <p:nvPicPr>
          <p:cNvPr id="3" name="Picture 2" descr="04-cmdk-pa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05587"/>
            <a:ext cx="7498079" cy="48697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1371600"/>
            <a:ext cx="3017520" cy="102412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488EA"/>
                </a:solidFill>
                <a:latin typeface="Apple SD Gothic Neo"/>
              </a:rPr>
              <a:t>① 왼쪽 사이드바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470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6"/>
                </a:solidFill>
                <a:latin typeface="Apple SD Gothic Neo"/>
              </a:rPr>
              <a:t>메뉴 트리 · 서브메뉴 펼침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578608"/>
            <a:ext cx="3017520" cy="102412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26883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488EA"/>
                </a:solidFill>
                <a:latin typeface="Apple SD Gothic Neo"/>
              </a:rPr>
              <a:t>② 상단 검색 / ⌘K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0540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6"/>
                </a:solidFill>
                <a:latin typeface="Apple SD Gothic Neo"/>
              </a:rPr>
              <a:t>첫 항목이 ‘✨ AI에게 묻기’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785616"/>
            <a:ext cx="3017520" cy="102412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38953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488EA"/>
                </a:solidFill>
                <a:latin typeface="Apple SD Gothic Neo"/>
              </a:rPr>
              <a:t>③ 하단 탭바 (폰)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611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6"/>
                </a:solidFill>
                <a:latin typeface="Apple SD Gothic Neo"/>
              </a:rPr>
              <a:t>홈 · 데일리 · Copilot · 알림 · 메뉴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4992624"/>
            <a:ext cx="3017520" cy="102412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51023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488EA"/>
                </a:solidFill>
                <a:latin typeface="Apple SD Gothic Neo"/>
              </a:rPr>
              <a:t>④ Slack DM 버튼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4681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6"/>
                </a:solidFill>
                <a:latin typeface="Apple SD Gothic Neo"/>
              </a:rPr>
              <a:t>알림 → 딥링크로 바로 진입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제작 의도 — 왜 만들었는가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26D6D"/>
                </a:solidFill>
                <a:latin typeface="Apple SD Gothic Neo"/>
              </a:rPr>
              <a:t>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EAED"/>
                </a:solidFill>
                <a:latin typeface="Apple SD Gothic Neo"/>
              </a:rPr>
              <a:t>프로젝트는 Task만으로 움직이지 않는다.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EAED"/>
                </a:solidFill>
                <a:latin typeface="Apple SD Gothic Neo"/>
              </a:rPr>
              <a:t>결정·변경·품질·리스크가 채팅방과 머릿속에 흩어져, 회사가 ‘사람 기억력’으로 돌아간다.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4D399"/>
                </a:solidFill>
                <a:latin typeface="Apple SD Gothic Neo"/>
              </a:rPr>
              <a:t>원칙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1488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E8EAED"/>
                </a:solidFill>
                <a:latin typeface="Apple SD Gothic Neo"/>
              </a:rPr>
              <a:t>1. 감시하지 않고 드러낸다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E8EAED"/>
                </a:solidFill>
                <a:latin typeface="Apple SD Gothic Neo"/>
              </a:rPr>
              <a:t>2. 결과보다 대응 — 외부 변경은 실패가 아니다. 대응하지 못한 것이 실패다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E8EAED"/>
                </a:solidFill>
                <a:latin typeface="Apple SD Gothic Neo"/>
              </a:rPr>
              <a:t>3. Task ≠ Key Result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E8EAED"/>
                </a:solidFill>
                <a:latin typeface="Apple SD Gothic Neo"/>
              </a:rPr>
              <a:t>4. 기록되지 않은 결정은 없었던 결정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E8EAED"/>
                </a:solidFill>
                <a:latin typeface="Apple SD Gothic Neo"/>
              </a:rPr>
              <a:t>5. AI가 보고를 만들고, 사람은 결정만 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7488EA"/>
                </a:solidFill>
                <a:latin typeface="Apple SD Gothic Neo"/>
              </a:rPr>
              <a:t>지향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1488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EAED"/>
                </a:solidFill>
                <a:latin typeface="Apple SD Gothic Neo"/>
              </a:rPr>
              <a:t>PM 툴이 아니라,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EAED"/>
                </a:solidFill>
                <a:latin typeface="Apple SD Gothic Neo"/>
              </a:rPr>
              <a:t>회사 운영 원칙이 그 안에서 정의되고 실행되는 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사용 시나리오 ① — 매일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09:30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5087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개인 브리핑 DM(Slack) — 오늘 내 상황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86584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78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10:00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78024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“스탠드업 열렸습니다” — 폰에서 버튼 한 번, 체크인은 AI 대화로 30초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10:40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44728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미제출자만 재촉 DM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25112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16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11:00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41655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AI 팀 요약 — 막힘 클러스터 · 흐름 · 추천 액션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94376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수시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385816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Copilot에게 “오늘 뭐 해야 해?” — 실데이터로 답변</a:t>
            </a:r>
          </a:p>
        </p:txBody>
      </p:sp>
      <p:pic>
        <p:nvPicPr>
          <p:cNvPr id="18" name="Picture 17" descr="02-daily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431203"/>
            <a:ext cx="4480560" cy="29099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사용 시나리오 ② — 매주 월요일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09:00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5087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AI가 회의 아젠다 자동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86584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78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09:30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78024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주간 통합 회의 38분 — 5섹션(지난주 요약→조망→마일스톤→결정→팀 라운드)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회의 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44728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간트에서 마일스톤 드래그로 기한 결정 — 조정 내역이 자동 집계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25112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16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회의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41655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회의록 자동 초안 + Action → Task 연결</a:t>
            </a:r>
          </a:p>
        </p:txBody>
      </p:sp>
      <p:pic>
        <p:nvPicPr>
          <p:cNvPr id="15" name="Picture 14" descr="05-gantt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431203"/>
            <a:ext cx="4480560" cy="29099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사용 시나리오 ③ — 수시(외부 변경 · 긴급 결정)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접수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5087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클라이언트 변경 접수 → 24시간 SLA 카운트다운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86584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78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대응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78024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영향 분석 → 재협의 → 승인 (단계 순서 강제)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종결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44728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‘관리된 대응’ 회고 자동 기록 — 외부 변경은 실패가 아니다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25112"/>
            <a:ext cx="603504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16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긴급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41655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마일스톤 위험은 AI가 감지, 관련자 2명에게만 결정 카드 — 나머지 6명은 0분</a:t>
            </a:r>
          </a:p>
        </p:txBody>
      </p:sp>
      <p:pic>
        <p:nvPicPr>
          <p:cNvPr id="15" name="Picture 14" descr="03-copilot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431203"/>
            <a:ext cx="4480560" cy="29099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사용 동영상 — 예제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29000" cy="420624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488EA"/>
                </a:solidFill>
                <a:latin typeface="Apple SD Gothic Neo"/>
              </a:rPr>
              <a:t>A. 폰으로 30초 체크인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Slack 버튼 → 대화형 체크인 → 제출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0A6"/>
                </a:solidFill>
                <a:latin typeface="Apple SD Gothic Neo"/>
              </a:rPr>
              <a:t>[GIF 삽입: videos/video-a-checkin.gif]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63040"/>
            <a:ext cx="3429000" cy="420624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488EA"/>
                </a:solidFill>
                <a:latin typeface="Apple SD Gothic Neo"/>
              </a:rPr>
              <a:t>B. 말로 작업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⌘K → “내일 10시에 작업 잡아줘” → 확인 카드 →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0A6"/>
                </a:solidFill>
                <a:latin typeface="Apple SD Gothic Neo"/>
              </a:rPr>
              <a:t>[GIF 삽입: videos/video-b-copilot.gif]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429000" cy="420624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488EA"/>
                </a:solidFill>
                <a:latin typeface="Apple SD Gothic Neo"/>
              </a:rPr>
              <a:t>C. 간트에서 회의 끝내기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위험만 보기 → 드래그로 기한 이동 → 회의록 초안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0A6"/>
                </a:solidFill>
                <a:latin typeface="Apple SD Gothic Neo"/>
              </a:rPr>
              <a:t>[GIF 삽입: videos/video-c-gantt.gif]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발표 시 GIF 또는 Screen Studio mp4로 교체 — Powerpoint/videos/ 참고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사용하면 좋은 점 — 숫자로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1031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34D399"/>
                </a:solidFill>
                <a:latin typeface="Apple SD Gothic Neo"/>
              </a:rPr>
              <a:t>주 49분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1인당 회의 시간 — 보고는 AI가 만들고 사람은 결정만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(주간 회의 38분 + 데일리 2분×4)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257800" cy="21031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691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7488EA"/>
                </a:solidFill>
                <a:latin typeface="Apple SD Gothic Neo"/>
              </a:rPr>
              <a:t>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6060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긴급 결정 — 당일 관련자만 소집, 나머지 6명의 회의 시간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031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5C54B"/>
                </a:solidFill>
                <a:latin typeface="Apple SD Gothic Neo"/>
              </a:rPr>
              <a:t>272개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자동 테스트가 지키는 운영 규칙 — 모든 변경은 누가·언제·무엇을·어떤 경로(web/chat/mcp)로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840480"/>
            <a:ext cx="5257800" cy="21031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4069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A78BFA"/>
                </a:solidFill>
                <a:latin typeface="Apple SD Gothic Neo"/>
              </a:rPr>
              <a:t>2중 방어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9834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AI — 답변은 실제 데이터에서만, 변경은 사람이 확인한 후에만 (환각·오실행 차단)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어디서나: PC · 태블릿 · 폰(하단 탭바) · Slack · 터미널(CLI) · Claude(MCP)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E8EAED"/>
                </a:solidFill>
                <a:latin typeface="Apple SD Gothic Neo"/>
              </a:rPr>
              <a:t>모든 운영 원칙이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E8EAED"/>
                </a:solidFill>
                <a:latin typeface="Apple SD Gothic Neo"/>
              </a:rPr>
              <a:t>Que 안에서 정의되고 실행된다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7488EA"/>
                </a:solidFill>
                <a:latin typeface="Apple SD Gothic Neo"/>
              </a:rPr>
              <a:t>베타 시작 2026-07-20 (월)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AA0A6"/>
                </a:solidFill>
                <a:latin typeface="Apple SD Gothic Neo"/>
              </a:rPr>
              <a:t>que.griff.co.kr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